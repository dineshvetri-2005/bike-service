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20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8412480" y="-914400"/>
            <a:ext cx="5943600" cy="8686800"/>
          </a:xfrm>
          <a:prstGeom prst="triangle">
            <a:avLst/>
          </a:prstGeom>
          <a:solidFill>
            <a:srgbClr val="161616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966960" y="-1280160"/>
            <a:ext cx="4572000" cy="9418320"/>
          </a:xfrm>
          <a:prstGeom prst="triangle">
            <a:avLst/>
          </a:prstGeom>
          <a:solidFill>
            <a:srgbClr val="FF5E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</a:t>
            </a:r>
            <a:r>
              <a:rPr lang="en-US" sz="6400" b="1" dirty="0">
                <a:solidFill>
                  <a:srgbClr val="FF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Service Booking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React.js web application for booking, browsing, and managing two-wheeler servicing appointments online.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25400">
            <a:solidFill>
              <a:srgbClr val="FF5E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504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Dinesh 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870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Nehru Institute of Engineering and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bike service today usually means a phone call, a guess at pricing, and a wasted trip if the workshop is full. Small workshops rarely offer any online way for customers to check services, compare prices, or reserve a slot in advance.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 addresses this with a clean, mobile-friendly booking interface that lets a customer browse services, see transparent pricing in ₹, and confirm an appointment in under a minute.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78040" y="1600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78040" y="19385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see service options or prices before visiting.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37960" y="2697480"/>
            <a:ext cx="457200" cy="45720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651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Booking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9900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tracked over phone calls or paper registers.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749040"/>
            <a:ext cx="457200" cy="45720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3703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Confirmation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40416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proof of booking or appointment record.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13716" cy="3383280"/>
          </a:xfrm>
          <a:prstGeom prst="rect">
            <a:avLst/>
          </a:prstGeom>
          <a:solidFill>
            <a:srgbClr val="EFEFEC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D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Booking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156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phone-based scheduling with a guided, self-service online 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18013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D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34760" y="1783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53048" y="23774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048" y="2743200"/>
            <a:ext cx="48156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service with a clear description and price in Indian Rupees.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873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D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4672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Access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8156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layout that works cleanly on phones, tablets, and desktops.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3048" y="40873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D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3476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53048" y="46634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Information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048" y="5029200"/>
            <a:ext cx="48156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services, booking, and contact details into one consistent app.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3574" cy="3291840"/>
          </a:xfrm>
          <a:prstGeom prst="roundRect">
            <a:avLst>
              <a:gd name="adj" fmla="val 2887"/>
            </a:avLst>
          </a:prstGeom>
          <a:solidFill>
            <a:srgbClr val="0D0D0D"/>
          </a:solidFill>
          <a:ln/>
        </p:spPr>
      </p:sp>
      <p:sp>
        <p:nvSpPr>
          <p:cNvPr id="5" name="Shape 3"/>
          <p:cNvSpPr/>
          <p:nvPr/>
        </p:nvSpPr>
        <p:spPr>
          <a:xfrm>
            <a:off x="1403947" y="2286000"/>
            <a:ext cx="822960" cy="82296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6" name="Text 4"/>
          <p:cNvSpPr/>
          <p:nvPr/>
        </p:nvSpPr>
        <p:spPr>
          <a:xfrm>
            <a:off x="1403947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678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and hooks power every page and reusable UI piece.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2254" y="1920240"/>
            <a:ext cx="2533574" cy="3291840"/>
          </a:xfrm>
          <a:prstGeom prst="roundRect">
            <a:avLst>
              <a:gd name="adj" fmla="val 2887"/>
            </a:avLst>
          </a:prstGeom>
          <a:solidFill>
            <a:srgbClr val="161616"/>
          </a:solidFill>
          <a:ln/>
        </p:spPr>
      </p:sp>
      <p:sp>
        <p:nvSpPr>
          <p:cNvPr id="10" name="Shape 8"/>
          <p:cNvSpPr/>
          <p:nvPr/>
        </p:nvSpPr>
        <p:spPr>
          <a:xfrm>
            <a:off x="4257561" y="2286000"/>
            <a:ext cx="822960" cy="82296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1" name="Text 9"/>
          <p:cNvSpPr/>
          <p:nvPr/>
        </p:nvSpPr>
        <p:spPr>
          <a:xfrm>
            <a:off x="4257561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85134" y="3337560"/>
            <a:ext cx="21678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30854" y="379476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across Home, Services, Book Service, and Contact.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5868" y="1920240"/>
            <a:ext cx="2533574" cy="3291840"/>
          </a:xfrm>
          <a:prstGeom prst="roundRect">
            <a:avLst>
              <a:gd name="adj" fmla="val 2887"/>
            </a:avLst>
          </a:prstGeom>
          <a:solidFill>
            <a:srgbClr val="0D0D0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1175" y="2286000"/>
            <a:ext cx="822960" cy="82296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6" name="Text 14"/>
          <p:cNvSpPr/>
          <p:nvPr/>
        </p:nvSpPr>
        <p:spPr>
          <a:xfrm>
            <a:off x="7111175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8748" y="3337560"/>
            <a:ext cx="21678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84468" y="379476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responsive styling with CSS variables for the black-white-orange theme.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09481" y="1920240"/>
            <a:ext cx="2533574" cy="3291840"/>
          </a:xfrm>
          <a:prstGeom prst="roundRect">
            <a:avLst>
              <a:gd name="adj" fmla="val 2887"/>
            </a:avLst>
          </a:prstGeom>
          <a:solidFill>
            <a:srgbClr val="161616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4788" y="2286000"/>
            <a:ext cx="822960" cy="82296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21" name="Text 19"/>
          <p:cNvSpPr/>
          <p:nvPr/>
        </p:nvSpPr>
        <p:spPr>
          <a:xfrm>
            <a:off x="996478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92361" y="3337560"/>
            <a:ext cx="21678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38081" y="379476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persist in the browser without needing a backend server.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backend, database, or paid services required — the entire booking flow runs client-side, making it easy to run and demo.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4907128" cy="292608"/>
          </a:xfrm>
          <a:prstGeom prst="roundRect">
            <a:avLst>
              <a:gd name="adj" fmla="val 12500"/>
            </a:avLst>
          </a:prstGeom>
          <a:solidFill>
            <a:srgbClr val="0D0D0D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06524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906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906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037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welcome message, and 3 featured services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157734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15773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Book Service CTA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0028" y="292608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0028" y="292608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services grid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28516" y="29260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8516" y="29260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78728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7328" y="1801368"/>
            <a:ext cx="4907128" cy="292608"/>
          </a:xfrm>
          <a:prstGeom prst="roundRect">
            <a:avLst>
              <a:gd name="adj" fmla="val 12500"/>
            </a:avLst>
          </a:prstGeom>
          <a:solidFill>
            <a:srgbClr val="0D0D0D"/>
          </a:solidFill>
          <a:ln/>
        </p:spPr>
      </p:sp>
      <p:sp>
        <p:nvSpPr>
          <p:cNvPr id="19" name="Shape 17"/>
          <p:cNvSpPr/>
          <p:nvPr/>
        </p:nvSpPr>
        <p:spPr>
          <a:xfrm>
            <a:off x="6607912" y="1906524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20" name="Shape 18"/>
          <p:cNvSpPr/>
          <p:nvPr/>
        </p:nvSpPr>
        <p:spPr>
          <a:xfrm>
            <a:off x="6754216" y="1906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0520" y="1906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048" y="22037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048" y="25146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services with images, pricing, and Book Now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53048" y="2926080"/>
            <a:ext cx="89154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3048" y="2926080"/>
            <a:ext cx="89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54316" y="29260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4316" y="292608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 ₹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349844" y="2926080"/>
            <a:ext cx="102870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9844" y="2926080"/>
            <a:ext cx="10287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Now button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4087368"/>
            <a:ext cx="4907128" cy="292608"/>
          </a:xfrm>
          <a:prstGeom prst="roundRect">
            <a:avLst>
              <a:gd name="adj" fmla="val 12500"/>
            </a:avLst>
          </a:prstGeom>
          <a:solidFill>
            <a:srgbClr val="0D0D0D"/>
          </a:solidFill>
          <a:ln/>
        </p:spPr>
      </p:sp>
      <p:sp>
        <p:nvSpPr>
          <p:cNvPr id="32" name="Shape 30"/>
          <p:cNvSpPr/>
          <p:nvPr/>
        </p:nvSpPr>
        <p:spPr>
          <a:xfrm>
            <a:off x="877824" y="4192524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4128" y="4192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34" name="Shape 32"/>
          <p:cNvSpPr/>
          <p:nvPr/>
        </p:nvSpPr>
        <p:spPr>
          <a:xfrm>
            <a:off x="1170432" y="4192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4897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Service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48006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booking form saved to LocalStorage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5212080"/>
            <a:ext cx="157734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212080"/>
            <a:ext cx="15773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bike details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10028" y="5212080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0028" y="5212080"/>
            <a:ext cx="14401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date picker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59936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9936" y="52120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confirmation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78728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07328" y="4087368"/>
            <a:ext cx="4907128" cy="292608"/>
          </a:xfrm>
          <a:prstGeom prst="roundRect">
            <a:avLst>
              <a:gd name="adj" fmla="val 12500"/>
            </a:avLst>
          </a:prstGeom>
          <a:solidFill>
            <a:srgbClr val="0D0D0D"/>
          </a:solidFill>
          <a:ln/>
        </p:spPr>
      </p:sp>
      <p:sp>
        <p:nvSpPr>
          <p:cNvPr id="45" name="Shape 43"/>
          <p:cNvSpPr/>
          <p:nvPr/>
        </p:nvSpPr>
        <p:spPr>
          <a:xfrm>
            <a:off x="6607912" y="4192524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46" name="Shape 44"/>
          <p:cNvSpPr/>
          <p:nvPr/>
        </p:nvSpPr>
        <p:spPr>
          <a:xfrm>
            <a:off x="6754216" y="4192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47" name="Shape 45"/>
          <p:cNvSpPr/>
          <p:nvPr/>
        </p:nvSpPr>
        <p:spPr>
          <a:xfrm>
            <a:off x="6900520" y="4192524"/>
            <a:ext cx="82296" cy="8229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48" name="Text 46"/>
          <p:cNvSpPr/>
          <p:nvPr/>
        </p:nvSpPr>
        <p:spPr>
          <a:xfrm>
            <a:off x="6553048" y="4489704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53048" y="480060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plus workshop details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53048" y="52120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3048" y="52120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85736" y="5212080"/>
            <a:ext cx="89154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85736" y="5212080"/>
            <a:ext cx="89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email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87004" y="52120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F6F4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7004" y="521208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address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App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Layout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cleanly from mobile to desktop with a collapsing nav menu.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9" name="Text 7"/>
          <p:cNvSpPr/>
          <p:nvPr/>
        </p:nvSpPr>
        <p:spPr>
          <a:xfrm>
            <a:off x="435345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53458" y="226771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53458" y="272491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phone format, and date checks before booking submits.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8277" y="164592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3" name="Text 11"/>
          <p:cNvSpPr/>
          <p:nvPr/>
        </p:nvSpPr>
        <p:spPr>
          <a:xfrm>
            <a:off x="8158277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26771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 Persistence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8277" y="272491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is saved in the browser so data survives a refresh.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41655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Components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87375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Footer, and ServiceCard are shared across all four pages.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3458" y="379476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21" name="Text 19"/>
          <p:cNvSpPr/>
          <p:nvPr/>
        </p:nvSpPr>
        <p:spPr>
          <a:xfrm>
            <a:off x="4353458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53458" y="441655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 Navigation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53458" y="487375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client-side routing without full page reloads.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8277" y="3794760"/>
            <a:ext cx="502920" cy="50292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25" name="Text 23"/>
          <p:cNvSpPr/>
          <p:nvPr/>
        </p:nvSpPr>
        <p:spPr>
          <a:xfrm>
            <a:off x="8158277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58277" y="4416552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 Micro-interactions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8277" y="4873752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and cards respond with subtle lift and color transitions.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429000"/>
            <a:ext cx="10088575" cy="0"/>
          </a:xfrm>
          <a:prstGeom prst="line">
            <a:avLst/>
          </a:prstGeom>
          <a:noFill/>
          <a:ln w="25400">
            <a:solidFill>
              <a:srgbClr val="D9D9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" y="4370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4 services with pricing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2224" y="3017520"/>
            <a:ext cx="822960" cy="8229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0" name="Text 8"/>
          <p:cNvSpPr/>
          <p:nvPr/>
        </p:nvSpPr>
        <p:spPr>
          <a:xfrm>
            <a:off x="3162224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9304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Book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13584" y="4370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Book Now to open the 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84368" y="3017520"/>
            <a:ext cx="822960" cy="8229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4" name="Text 12"/>
          <p:cNvSpPr/>
          <p:nvPr/>
        </p:nvSpPr>
        <p:spPr>
          <a:xfrm>
            <a:off x="5684368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81448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35728" y="4370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customer, bike &amp; date info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06511" y="3017520"/>
            <a:ext cx="822960" cy="8229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8" name="Text 16"/>
          <p:cNvSpPr/>
          <p:nvPr/>
        </p:nvSpPr>
        <p:spPr>
          <a:xfrm>
            <a:off x="8206511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03591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57871" y="4370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checks required fields &amp; format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28655" y="3017520"/>
            <a:ext cx="822960" cy="822960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22" name="Text 20"/>
          <p:cNvSpPr/>
          <p:nvPr/>
        </p:nvSpPr>
        <p:spPr>
          <a:xfrm>
            <a:off x="10728655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25735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80015" y="4370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“Service Booked Successfully!”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1600200"/>
            <a:ext cx="780257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EFEC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1600200"/>
            <a:ext cx="7253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are stored in the browser's LocalStorage the moment validation passes — no server round-trip needed.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8412480" y="-914400"/>
            <a:ext cx="5943600" cy="8686800"/>
          </a:xfrm>
          <a:prstGeom prst="triangle">
            <a:avLst/>
          </a:prstGeom>
          <a:solidFill>
            <a:srgbClr val="161616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966960" y="-1280160"/>
            <a:ext cx="4572000" cy="9418320"/>
          </a:xfrm>
          <a:prstGeom prst="triangle">
            <a:avLst/>
          </a:prstGeom>
          <a:solidFill>
            <a:srgbClr val="FF5E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 &amp; What's Next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 demonstrates a complete, production-style React front end — componentized, routed, validated, and responsive — built entirely with front-end technologies. It shows how a small workshop could move from phone-based scheduling to a clean self-service booking experience.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with Node.js/Express and a real database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79392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33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to manage bookings and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5171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47488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011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booking confirmations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82296" cy="82296"/>
          </a:xfrm>
          <a:prstGeom prst="ellipse">
            <a:avLst/>
          </a:prstGeom>
          <a:solidFill>
            <a:srgbClr val="FF5E1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852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 with booking history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5120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52360" y="5715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REVTUNE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687</Words>
  <Application>Microsoft Office PowerPoint</Application>
  <PresentationFormat>Widescreen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V</cp:lastModifiedBy>
  <cp:revision>2</cp:revision>
  <dcterms:created xsi:type="dcterms:W3CDTF">2026-07-27T08:35:08Z</dcterms:created>
  <dcterms:modified xsi:type="dcterms:W3CDTF">2026-07-27T08:40:15Z</dcterms:modified>
</cp:coreProperties>
</file>